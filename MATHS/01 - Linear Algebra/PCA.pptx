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3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7839-3A08-4FA9-A28A-2F405752F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72ACA-4176-4632-BF1D-0508ED43B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F5036-38F2-4609-9876-4DCC15D8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1D59-633A-4B8C-B089-6C5723D4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9158-D089-4880-95D0-225388AF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69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3C23-5435-4FDA-A1E0-F344868A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C243-99E0-4469-B64E-6E2AD3AB9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A7CF-0A5F-4340-95F3-1DFB8148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A1A18-1DB8-41AC-A7D9-8FECBBF5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F8574-C35D-4540-B3B2-A3AB45FE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8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0CEB-C90C-48B5-A735-ABC095BE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49849-698C-4285-A0D9-83AF3A81E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E216-3299-4C7C-91F0-F97975CC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7BB92-8A56-4D7B-8704-EE5C3EC2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3B304-2F7A-4621-9836-0353EF2B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90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441C-0108-40A8-8E56-CA26078A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D5CB5-1293-4B63-A35A-FEE868FBA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0186D-22E2-4A58-B173-A1398025C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37A2-5E37-4ADA-A441-C0EA1B0F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FED5A-D483-424E-B30F-5E8F3864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557B3-C171-40F9-B02F-6BC2E57D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6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D9A8-67D2-42DE-B379-1E700B5C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49482-8B3F-4CB1-83B6-2EE713F2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DEC4B-5E2C-4A6F-970A-08D746819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8C347-B923-4B1E-A6E4-D2BFA8506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5D5D6-4FA1-4BDE-93A9-9CF8F917A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83FFD-35CB-4105-8EE4-1C6FE7D6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417A2-45B7-48F9-946C-96E05431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EE72D-DE60-40DE-A434-89C0756E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581C-F26B-4172-86C6-AC287430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5AB4B-1971-44C7-9649-AC212810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09A97-D750-4E48-8757-17D4CE69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2FB68-FFE6-414B-A734-520D8982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67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B5C60-62C2-4A7A-8FD7-ED81C987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BBEC5-7808-431E-973A-342CFA99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AD513-A1F2-4EA0-B528-A554E828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8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E74-F26A-49F0-9B6D-F31F5EDC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F953E-C7BD-4CC0-A7DF-A44A9CC4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AB3F7-3F60-4C94-89B6-BA2252ADC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B1C63-F8A9-4C40-A35B-AD8D8DE3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0B30D-94A2-48ED-9939-CD98A0C4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120A1-9966-4695-A533-790E7D32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1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4509-6E43-44FD-8984-8FAD9A4E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B2EB2-00C4-44CF-96D6-60B08F074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2CFC7-1E25-433B-A096-79DD72BF2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A6C34-62DD-4D4E-A62E-4EBDBB54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CDE0F-2BE4-4035-8895-CBC1F48D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FDC01-1BF7-415F-9BDD-11DC9A4B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0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5196-E578-426A-A310-8A1030BF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7E15B-C35E-46E8-A9DE-DA782E10F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A58D-2E6F-42E1-9EF0-85AEE453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ADEB4-F74F-4180-B8A7-40C96FEF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8C8F-4C57-4B94-AE5A-3BD15EFC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39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71567-255A-46D0-8733-AC727F445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9FC6A-DF75-4549-9E5F-50BACE484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141C6-D447-46EB-AD38-32A8C3A8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EC873-A13F-44DF-9F0D-DA992DC4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1878-3652-4B28-9DFC-9DBF93DD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1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1B4FA-35DF-4B0C-907B-9220DFE6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15DF6-F041-4E17-917E-8CB4D67A4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B28CA-AF4B-47F5-949F-8376CA242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84607-9B33-4C3E-9A3F-ECAEA5DC849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3F814-91AE-46FA-A44B-237959613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31B25-250E-4696-842B-6E3EEEDFD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A728A-B0E7-49BA-A173-E8565F2D3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6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B582-D393-4FDE-B9A1-AAE6A87BC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D80EA-C77C-44B6-99B2-4052313DF8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29445-D8DA-4FA3-8981-26F58F21C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52" y="453132"/>
            <a:ext cx="8856618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9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069C96-04D8-41FC-A8F5-FB43F7EF84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639" y="109447"/>
            <a:ext cx="7466149" cy="6256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441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79CF-99CB-4F90-9FDD-8EC1121D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5F0DBE-A583-42D3-AF3A-49F282FAA38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050" y="1859888"/>
            <a:ext cx="7369179" cy="42828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616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DC40-B397-4C6D-AE7D-2AA2AA67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7103D-76E7-4EEC-A9D2-EA8D9C237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3921" y="1825625"/>
            <a:ext cx="6364157" cy="4351338"/>
          </a:xfrm>
        </p:spPr>
      </p:pic>
    </p:spTree>
    <p:extLst>
      <p:ext uri="{BB962C8B-B14F-4D97-AF65-F5344CB8AC3E}">
        <p14:creationId xmlns:p14="http://schemas.microsoft.com/office/powerpoint/2010/main" val="22248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5337-37AF-45C8-9601-2EF994EC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9E116B-8134-4CD3-AB16-53E6EE723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008" y="1920922"/>
            <a:ext cx="5608806" cy="2575783"/>
          </a:xfrm>
        </p:spPr>
      </p:pic>
    </p:spTree>
    <p:extLst>
      <p:ext uri="{BB962C8B-B14F-4D97-AF65-F5344CB8AC3E}">
        <p14:creationId xmlns:p14="http://schemas.microsoft.com/office/powerpoint/2010/main" val="254682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B0E12-8B45-457C-9812-38F2DE6C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AB7C-5E07-4BB3-809F-8D21AB131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82FBB-0053-455F-85FC-373DD1D5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344" y="474921"/>
            <a:ext cx="5006774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5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4568-1432-4938-BB4D-F452307B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5354A-5962-45CB-9543-85A47AA19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A941D-900C-4F3B-BBD3-9788E25E3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079" y="1760075"/>
            <a:ext cx="5547841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4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3ED0-42ED-4EBD-82E8-25495269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130C-44C7-4B75-AD29-479C4A7D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5CD15-A6B1-4C5C-89E1-29A72F508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976" y="1058974"/>
            <a:ext cx="5624047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9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DD5B-ADBA-4FFD-8015-88C33FB2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303F0-BB57-43B0-B34B-BBBDF9148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4489D-B770-4E45-81DA-214670ED9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45" y="735096"/>
            <a:ext cx="5646909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5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B15B-AD66-4BF0-A84A-4F3E3690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1F83-0946-411C-ACA8-1C51775CB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40903-7908-497D-BDFF-92B673785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04" y="590304"/>
            <a:ext cx="5677392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55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D0D6-BE31-4D93-A9D3-69606D1F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B3DD-5531-4336-98AC-96922454E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C8957-CD43-4535-A3D3-E9C47B35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38" y="1306646"/>
            <a:ext cx="5578323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2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Shrikant Mahindrakar</dc:creator>
  <cp:lastModifiedBy>Shrikant Mahindrakar</cp:lastModifiedBy>
  <cp:revision>4</cp:revision>
  <dcterms:created xsi:type="dcterms:W3CDTF">2024-02-29T09:09:16Z</dcterms:created>
  <dcterms:modified xsi:type="dcterms:W3CDTF">2024-02-29T10:34:49Z</dcterms:modified>
</cp:coreProperties>
</file>